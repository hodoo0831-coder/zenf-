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REPORT · 기술 보고서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ZEN Manufacturing Platform</a:t>
            </a:r>
            <a:endParaRPr lang="en-US" sz="47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방식 · 데이터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만들었고, 어떻게 동작하며, 어떤 데이터로 검증했는가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800600"/>
            <a:ext cx="3977640" cy="512064"/>
          </a:xfrm>
          <a:prstGeom prst="roundRect">
            <a:avLst>
              <a:gd name="adj" fmla="val 50000"/>
            </a:avLst>
          </a:prstGeom>
          <a:solidFill>
            <a:srgbClr val="233B5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80060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7.5MB · 의존성 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0" y="4800600"/>
            <a:ext cx="3977640" cy="512064"/>
          </a:xfrm>
          <a:prstGeom prst="roundRect">
            <a:avLst>
              <a:gd name="adj" fmla="val 50000"/>
            </a:avLst>
          </a:prstGeom>
          <a:solidFill>
            <a:srgbClr val="233B5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4800600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Workers + D1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458968"/>
            <a:ext cx="3977640" cy="512064"/>
          </a:xfrm>
          <a:prstGeom prst="roundRect">
            <a:avLst>
              <a:gd name="adj" fmla="val 50000"/>
            </a:avLst>
          </a:prstGeom>
          <a:solidFill>
            <a:srgbClr val="233B5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45896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엔진 32 · LLM 토큰 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0" y="5458968"/>
            <a:ext cx="3977640" cy="512064"/>
          </a:xfrm>
          <a:prstGeom prst="roundRect">
            <a:avLst>
              <a:gd name="adj" fmla="val 50000"/>
            </a:avLst>
          </a:prstGeom>
          <a:solidFill>
            <a:srgbClr val="233B5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5458968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페어 개발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93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제니엘 제조사업부 사업3팀 · 2026 제2회 ZAIC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— 3계층, 전부 실배포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595360" cy="1225296"/>
          </a:xfrm>
          <a:prstGeom prst="roundRect">
            <a:avLst>
              <a:gd name="adj" fmla="val 7463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6245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현장 레이어 — 모바일·태블릿 앱 6종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22960" y="1801368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젠키퍼(안전) · 히트워치(온열) · 오리콘/P-BOX(실적) · 세척실 · 창고 적치 · 월마감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8595360" cy="1225296"/>
          </a:xfrm>
          <a:prstGeom prst="roundRect">
            <a:avLst>
              <a:gd name="adj" fmla="val 7463"/>
            </a:avLst>
          </a:prstGeom>
          <a:solidFill>
            <a:srgbClr val="1D3A5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43784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 레이어 — Cloudflare Workers + D1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28269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pbox-orikon-db(실적 CRUD) · wash-db(상태 동기화) · heat-push(푸시) · kma-proxy(기상) · safecheck · wh-stack · zenkeeper — Worker 12기 운영 중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0" y="3904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8595360" cy="1225296"/>
          </a:xfrm>
          <a:prstGeom prst="roundRect">
            <a:avLst>
              <a:gd name="adj" fmla="val 7463"/>
            </a:avLst>
          </a:prstGeom>
          <a:solidFill>
            <a:srgbClr val="DFF3E8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251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판단 레이어 — ZEN Platform (단일 HTML)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2960" y="4764024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AI Agent · 판단 룰 32 · 조치 추적 · 운영 기록 · 보고서/엑셀 출력 — 브라우저만 있으면 동작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72600" y="1234440"/>
            <a:ext cx="2286000" cy="4443984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1965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입력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POST /records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저장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5초 폴링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다기기 대시보드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스냅샷/라이브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판단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조치·기록·보고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실제 운영 중인 인프라 — 시연용 목업 없음 (Cloudflare 계정에서 즉시 확인 가능)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데이터베이스 4개 — data(work_records) · wash-data · wh-stack · suji-portal-db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방식 — 생성형 AI 페어 개발 (ZAIC 취지 그대로)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94360" y="1335024"/>
            <a:ext cx="457200" cy="45720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 직접 개발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17720" y="1261872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개발자 없이 사업3팀이 직접 — 도메인 지식(도급 운영)을 가진 사람이 곧 개발자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267712"/>
            <a:ext cx="457200" cy="45720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페어 프로그래밍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219456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Claude와 대화로 설계→구현→검증 반복 — 기획서의 판단 기준을 그대로 코드로 이식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3127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반복 주기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12724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화면·룰·데이터 연동을 수십 회 반복 개선 — 아이디어에서 실배포까지 당일 반영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133088"/>
            <a:ext cx="457200" cy="457200"/>
          </a:xfrm>
          <a:prstGeom prst="ellipse">
            <a:avLst/>
          </a:prstGeom>
          <a:solidFill>
            <a:srgbClr val="DF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0599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 개선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4059936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가동(8/7) 후에도 현장 피드백 → 즉시 수정 — 운영과 개발의 경계 제거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85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개발에는 생성형 AI를, 운영 판단에는 코드화된 룰을.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만드는 단계에서 쓰고, 매일의 판단은 토큰 소비 없는 룰 엔진이 담당 — 운영비 0원 구조의 핵심.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Zeniel GenAI Challenge — 생성형 AI 활용 역량을 개발 단계에서 극대화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방식 — 단일 HTML 파일, 의존성 0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1파일 = 1시스템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전체가 HTML 7.5MB 한 개 — 서버·설치·계정 없이 더블클릭으로 실행 (현장 앱 6종 내장)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3716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의존성 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46520" y="17556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XLSX 파서까지 파일 안에 내장 — 폐쇄망·현장 PC에서도 완전 동작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78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바닐라 JS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29626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 없이 뷰 렌더러 + 상태(localStorage) — 누구나 읽고 고칠 수 있는 코드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487168"/>
            <a:ext cx="5440680" cy="1024128"/>
          </a:xfrm>
          <a:prstGeom prst="roundRect">
            <a:avLst>
              <a:gd name="adj" fmla="val 8036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578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= 복사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29626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USB·메신저·인트라넷으로 전달 끝 — 신규 현장 복제는 임계값 상수 수정만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0E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014216"/>
            <a:ext cx="10689336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B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뷰 = 순수 함수, 상태 = localStorage — 프레임워크 없이 전체 화면 구성
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 = { home, judge, track, ops, insight, ... };      // 화면 렌더러 맵
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go(id){ view.innerHTML = V[id](); }              // 화면 전환 = 함수 호출
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saveDB(){ localStorage.setItem(LS_KEY, JSON.stringify({DB})); }
</a:t>
            </a:r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B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조치·운영기록·업로드 데이터가 브라우저에 영속 — 서버 없이 상태 유지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— 접속 비밀번호 검증 · 현장/관리자/센터 3역할 권한 분리 · 데이터는 사내망 밖으로 나가지 않음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엔진 — LLM이 아니라 코드화된 룰 32개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0E1A2E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362456"/>
            <a:ext cx="627278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7B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RULEBOOK — 판단 기준을 데이터로 명문화 (발췌)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{id:'R-01', agent:'인력',
 cond:'부하율 = 계획량 ÷ 인력 주CAPA',
 th:'≥ 100%', judge:'과부하 · 인력 부족',
 act:'여유 그룹 재배치 · 필요 T/O 산출'},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{id:'R-30', agent:'간접작업',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cond:'작업자 생산성 편차', th:'&gt; 40%',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judge:'이상치', act:'경보 · 판단 센터 상신'}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0E1A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4242816"/>
            <a:ext cx="627278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7B9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판단 = 실측 데이터를 룰에 통과 — 5ms, 토큰 0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load = plan / weekCapa;               // 실측 계산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(load &gt; 1.4) J.push({lv:'warn',</a:t>
            </a:r>
            <a:endParaRPr lang="en-US" sz="1150" dirty="0"/>
          </a:p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r:'인력 부족', act:'재배치', rule:'R-01'});  // 판단+조치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52360" y="1234440"/>
            <a:ext cx="4206240" cy="1060704"/>
          </a:xfrm>
          <a:prstGeom prst="roundRect">
            <a:avLst>
              <a:gd name="adj" fmla="val 7759"/>
            </a:avLst>
          </a:prstGeom>
          <a:solidFill>
            <a:srgbClr val="DFF3E8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80960" y="178308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1회당 비용 — API·토큰 소비 없음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52360" y="2478024"/>
            <a:ext cx="4206240" cy="1060704"/>
          </a:xfrm>
          <a:prstGeom prst="roundRect">
            <a:avLst>
              <a:gd name="adj" fmla="val 775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5694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OK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80960" y="302666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연결 없이 판단 — 보안 현장 대응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3721608"/>
            <a:ext cx="4206240" cy="1060704"/>
          </a:xfrm>
          <a:prstGeom prst="roundRect">
            <a:avLst>
              <a:gd name="adj" fmla="val 775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 가능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80960" y="4270248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판단에 룰 ID·근거 수치 — 재현·추적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360" y="4965192"/>
            <a:ext cx="4206240" cy="1060704"/>
          </a:xfrm>
          <a:prstGeom prst="roundRect">
            <a:avLst>
              <a:gd name="adj" fmla="val 775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50566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반영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80960" y="5513832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수정 사유 → 임계값 주기 보정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예측·판단 [판단 룰] 탭에서 32개 전체 공개 — 발동 중인 룰은 실시간 표시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— D1 스키마와 실제 레코드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work_records 테이블 (Cloudflare D1 · 프로덕션)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2880360"/>
          </a:xfrm>
          <a:prstGeom prst="roundRect">
            <a:avLst>
              <a:gd name="adj" fmla="val 2540"/>
            </a:avLst>
          </a:prstGeom>
          <a:solidFill>
            <a:srgbClr val="0E1A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28216"/>
            <a:ext cx="554126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TEXT   -- pbox_1787320283291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      TEXT   -- 'P-BOX' | '오리콘'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       TEXT   -- '정철훈,이호선' (공동)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worker_count INT    -- 인원수 분배 기준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        TEXT   -- 박스 | 커버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work_type    TEXT   -- 세척 | 간지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qty_plt, qty_ea     -- 수량 (PLT·EA)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start_time, end_time, man_hour
</a:t>
            </a:r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  TEXT   -- ISO 타임스탬프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766560" y="1188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레코드 — 8/21 마지막 입력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66560" y="1600200"/>
            <a:ext cx="4873752" cy="2880360"/>
          </a:xfrm>
          <a:prstGeom prst="roundRect">
            <a:avLst>
              <a:gd name="adj" fmla="val 2540"/>
            </a:avLst>
          </a:prstGeom>
          <a:solidFill>
            <a:srgbClr val="0E1A2E"/>
          </a:solidFill>
          <a:ln/>
        </p:spPr>
      </p:sp>
      <p:sp>
        <p:nvSpPr>
          <p:cNvPr id="8" name="Text 6"/>
          <p:cNvSpPr/>
          <p:nvPr/>
        </p:nvSpPr>
        <p:spPr>
          <a:xfrm>
            <a:off x="6967728" y="1728216"/>
            <a:ext cx="447141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"pbox_1787320283291",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"system": "P-BOX",
  "worker": "정철훈,이호선",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8F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"worker_count": 2,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"part": "박스", "work_type": "세척",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"qty_plt": 6, "qty_ea": 540,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"start_time": "08:30",
  "end_time": "14:00",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"man_hour": 11,
</a:t>
            </a:r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D8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"created_at": "2026-08-21T13:51"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646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공동작업 자동 분배 — 스키마가 곧 알고리즘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D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개인 PLT = qty_plt ÷ worker_count  ·  개인 MH = man_hour ÷ worker_count 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위 레코드: 정철훈·이호선 각 3 PLT · 5.5 MH — 개인 생산성(PLT/MH)까지 자동 산출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22건 · 123.5 PLT · 11,295 EA · 341.9 MH (8/7~8/21) — SQL 한 줄로 전 지표 재검증 가능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파이프라인 — 입력에서 판단까지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폰 터치 10초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앱 → POST /records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47872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417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30752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D1 프로덕션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730752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Worker가 스키마 검증 후 INSERT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08192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547104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1417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9984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폴링 · 다기기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9984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 자동 갱신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07424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546336" y="128016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DFF3E8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9216" y="1417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29216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룰 엔진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729216" y="2212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스냅샷 → 32룰 통과 → 판단·조치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200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업로드 경로 — 기존 양식 무변경 수용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3611880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6118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생산계획 XLSX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40480" y="361188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라인·수량 자동 인식 → 부하율·필요인원·지연오더 즉시 재계산 · 익주 예측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61688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6168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적치 XLSX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4361688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구역·CAPA 자동 인식 → 히트맵·초과 판정·재배치안·보고문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11496"/>
            <a:ext cx="11091672" cy="621792"/>
          </a:xfrm>
          <a:prstGeom prst="roundRect">
            <a:avLst>
              <a:gd name="adj" fmla="val 11765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1149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정산 XLSX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40480" y="511149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월·라인·브랜드 자동 인식 → 증감·이상치·임원 보고서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기존 엑셀 양식을 그대로 받아들이는 것이 확산의 핵심 — 현장이 바꿀 것은 없다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판단에 필요한 최소 항목만 표준 스키마로 수집 — 기존 시스템은 무변경 연결 (계획서 [5])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플랫폼이 만들어내는 데이터 — 판단의 증거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89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로그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3200400" y="14081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7건 자동 판단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영역·근거 수치·적용 룰·권고 조치 — 매 판단이 기록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89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이력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0" y="14081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탐지→조치→결과 검증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46520" y="184708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회차별 append-only 누적 — 조치 내용·담당·소요시간·결과(효과 확인/효과 없음/재발)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기록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200400" y="28712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일자별 타임라인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3101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가동일부터 전 이력 — 날짜 클릭 시 일일 보고서 PDF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852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내보내기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869680" y="28712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· PDF · 복사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33101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운영기록 XLSX · 일일보고서 인쇄 · 보고문 원클릭 복사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1628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617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남는 구조 = 인수인계·감사·개선이 되는 구조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6BA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언제 무엇을 판단·조치했는지 재현 가능 — 오탐·미탐 이력은 임계값 보정에 재사용되어 룰이 계속 정확해집니다 (계획서 [4] 추적·보정).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산출물은 시연 아님 — 지금 플랫폼에서 버튼 한 번으로 재현 가능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설계 — 실시간 연동은 가동, 복제는 준비 완료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앱 실시간 연동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749040" y="1325880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간접작업 실적 · 세척실 · 기상 실황 · 창고 적치 4종을 60초 주기로 직접 수신 — 단절 시 기준값 유지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0058400" y="158191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0" y="15819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 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실패 시 폴백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749040" y="2377440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미등록·서버 단절 시 기준값으로 자동 전환 · 연결 상태를 판단 근거에 함께 표시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058400" y="2633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0" y="2633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전환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2900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현장 복제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49040" y="3429000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RULEBOOK 임계값 + 라인 상수만 수정 — 코드 구조 변경 불필요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0" y="368503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0" y="3685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문서화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91672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 w="12700">
            <a:solidFill>
              <a:srgbClr val="E2E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추가 연결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49040" y="4480560"/>
            <a:ext cx="6126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앱 6종을 플랫폼에 내장(gzip) — 폐쇄망에서도 역할별(현장/관리자) 화면 그대로 실행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058400" y="473659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FF3E8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47365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완료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6F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확산의 기술적 장벽은 이미 제거 — 남은 것은 적용 결정뿐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8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integration/ 디렉터리 — Worker 소스·wrangler 설정·README 저장소에 포함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 · 한 장 요약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만들고, 실측으로 검증하고,</a:t>
            </a:r>
            <a:endParaRPr lang="en-US" sz="3100" dirty="0"/>
          </a:p>
          <a:p>
            <a:pPr indent="0" marL="0">
              <a:lnSpc>
                <a:spcPts val="41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가능하게 설계했습니다.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33B5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88036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880360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HTML 7.5MB · 바닐라 JS · 의존성 0 · 생성형 AI 페어 개발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630168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33B5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301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3630168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엔진 32 (LLM 토큰 0 · 폐쇄망 동작 · 감사 가능) + Workers/D1 실배포 12기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379976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33B5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7997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379976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work_records 22건 실측 검증 · 5초 파이프라인 · 판단/조치/운영기록 자동 축적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1297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233B5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2978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8B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5129784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검증 · 3역할 권한 · 데이터 사내 보존 · 운영비 0원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93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제니엘 제조사업부 사업3팀 · 2026 제2회 ZAIC — 데이터가 아니라 ‘판단’을 자동화한다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2026-08-23T13:22:25Z</dcterms:created>
  <dcterms:modified xsi:type="dcterms:W3CDTF">2026-08-23T13:22:25Z</dcterms:modified>
</cp:coreProperties>
</file>