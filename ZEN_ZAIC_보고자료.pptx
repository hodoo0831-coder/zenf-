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인시생산성(주 단독)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6개(CONTROL·PREDICT·ACTION·OPERATIONS·PERFORMANCE·MANAGEMENT)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부하율&gt;140% · 적치율≥100% · WBGT 단계 ·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생성·복사 · 미조치 자동 재알림 · 조치율 실계산(목표 90%)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가동일(8/7)부터 전 이력 축적 — 인수인계·감사 대응: 누가 언제 무엇을 판단·조치했는지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+49%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일평균 처리량 9.8 → 14.6 PLT/일 (편차 관리 효과)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 생산성 0.33 → 0.44 PLT/MH (누계 +12%)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누계 0.33→0.37 · 2주차 단독 0.44 (+33%) · 일평균 +49%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· 숫자로 증명된 성과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빠르게, 더 많이, 더 싸게 —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 모두 실측으로.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17,280×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리드타임 단축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취합 1일(86,400초) → 5초 실시간 자동 집계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+33%</a:t>
            </a:r>
            <a:endParaRPr lang="en-US" sz="53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향상 (2주차)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0.33 → 0.44 PLT/MH 주 단독 · 누계 +12% — D1 실측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1,000만원+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절감 효과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400h+ 자동화 × 인건비 환산 · AI 운영비 0원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취합하는 사람에서, </a:t>
            </a:r>
            <a:pPr indent="0" marL="0">
              <a:buNone/>
            </a:pPr>
            <a:r>
              <a:rPr lang="en-US" sz="2100" b="1" i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판단하는 사람으로.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연동 확대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API Worker 배포 → 플랫폼 실시간 전환 · 세척실/오리콘 실배포 URL 연결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공유·확산 협조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우수사례 선정 시 결과물·활용 사례 사내 공유 — 타 현장 도입 지원 (계획서 확약)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2026-08-23T16:15:31Z</dcterms:created>
  <dcterms:modified xsi:type="dcterms:W3CDTF">2026-08-23T16:15:31Z</dcterms:modified>
</cp:coreProperties>
</file>