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6개(CONTROL·PREDICT·ACTION·OPERATIONS·PERFORMANCE·MANAGEMENT)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부하율&gt;140% · 적치율≥100% · WBGT 단계 ·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생성·복사 · 미조치 자동 재알림 · 조치율 실계산(목표 90%)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가동일(8/7)부터 전 이력 축적 — 인수인계·감사 대응: 누가 언제 무엇을 판단·조치했는지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341.9 MH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인원수 자동 분배 포함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0.33 → 0.37 PLT/MH (목표 +3%)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D1 실측 0.33→0.37 (주차별 로그)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 · 확산 가능성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1곳에서 증명했습니다.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복제만 남았습니다.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1현장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실가동 검증 완료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 대전공장 — 상시 360명 규모 · D1 프로덕션 · 8/7 가동 이후 무중단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0원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 비용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판단이 코드로 이식되어 — 신규 현장은 임계값 조정만 · AI 운영비 0원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N개 →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확산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사업3팀 복수 도급 사업장 → 전사 — 담당자 의존이 사라져 복제 가능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취합하는 사람에서, </a:t>
            </a:r>
            <a:pPr indent="0" marL="0">
              <a:buNone/>
            </a:pPr>
            <a:r>
              <a:rPr lang="en-US" sz="2100" b="1" i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판단하는 사람으로.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연동 확대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API Worker 배포 → 플랫폼 실시간 전환 · 세척실/오리콘 실배포 URL 연결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공유·확산 협조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우수사례 선정 시 결과물·활용 사례 사내 공유 — 타 현장 도입 지원 (계획서 확약)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2026-08-23T11:59:33Z</dcterms:created>
  <dcterms:modified xsi:type="dcterms:W3CDTF">2026-08-23T11:59:33Z</dcterms:modified>
</cp:coreProperties>
</file>